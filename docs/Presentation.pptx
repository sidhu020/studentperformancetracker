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spcBef>
                <a:spcPts val="1000"/>
              </a:spcBef>
              <a:defRPr sz="2000">
                <a:solidFill>
                  <a:srgbClr val="93C5FD"/>
                </a:solidFill>
                <a:latin typeface="Arial"/>
              </a:defRPr>
            </a:pPr>
            <a:r>
              <a:t>Academic Web Application &amp; Database Management System</a:t>
            </a:r>
          </a:p>
          <a:p>
            <a:pPr>
              <a:spcBef>
                <a:spcPts val="40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Technology Stack: Python 3 | Flask Web Framework | SQLite Database | HTML5 &amp; CSS3</a:t>
            </a:r>
          </a:p>
          <a:p>
            <a:pPr>
              <a:spcBef>
                <a:spcPts val="1500"/>
              </a:spcBef>
              <a:defRPr sz="1200" b="1">
                <a:solidFill>
                  <a:srgbClr val="FFFFFF"/>
                </a:solidFill>
              </a:defRPr>
            </a:pPr>
            <a:r>
              <a:t>Bachelor of Computer Applications (BCA) — 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Overview &amp; 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Project Objectives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Digital Student Record Management: Store student profiles digitally.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Subject-Wise Grade Entry: Maintain academic marks across multiple subjects.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Automated Performance Analytics: Instant calculation of averages.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Class-Wide Reporting: Comprehensive teacher summary table.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Educational Integration: Demonstrate OOP and Relational DB concepts.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Eliminates Manual Errors: Automated mark accumulation and averaging.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Instant Search: Query any student by Roll Number in milliseconds.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Zero-Configuration DB: Built on SQLite3 requiring no setup.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Clean Web Portal: User-friendly responsive HTML/CSS forms.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Cloud Deployment: Ready to host on Render with Gunicorn.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Traditional Manual Method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Paper-based grade registers are prone to physical loss and damage.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Manual average percentage calculation is time-consuming and error-prone.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Difficult to search specific student historical performance quickly.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Lack of centralized data access for teachers across different departments.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Proposed Digital Solution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Centralized SQLite Database: Immutable digital record storage.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Automated Percentage Engine: Real-time grade summation &amp; division.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Instant Roll Search: Quick query with grade breakdown display.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Web Accessibility: Standard browser portal accessible anywhere.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Technology Stack &amp; Layered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Python 3.x Engine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Flask Web Framework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OOP Domain Classes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Virtual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Database Layer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SQLite3 Database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students Table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grades Table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Foreign Key Linking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Frontend &amp; Hosting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HTML5 Semantic Forms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Custom CSS3 Styling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Jinja2 Templating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Render Cloud Hosting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Database Schema &amp; Entity-Relationship Model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37067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Relational Design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1-to-N Relationship: One student has multiple subject grades.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students Table: Stores id, name, and unique roll_number.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grades Table: Stores id, roll_number (FK), subject, and marks.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Data Integrity: Foreign Key mapping via roll_number.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Object-Oriented Programming (OOP)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Student Class (student.py)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Attributes: name, roll_number, grades dict.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add_grade(subject, marks): Appends subject mark pair.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calculate_average(): Computes mean grade value.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display_info(): Formats console summary.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StudentTracker Class (tracker.py)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Attributes: self.students list of objects.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add_student(): Prevents duplicate roll registration.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find_student(): Roll number lookup algorithm.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add_grades(): Associates mark with target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Features: Student Registration &amp; Grade Entry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1. Student Registration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Route: /add_student (GET, POST)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Input Fields: Full Name &amp; Roll Number.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Validation: Checks roll uniqueness in SQLite.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User Feedback: Immediate success/duplicate notification.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2. Grade Entry System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Route: /add_grades (GET, POST)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Input Fields: Roll Number, Subject, Marks.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Validation: Enforces 0 &lt;= Marks &lt;= 100.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Error Handling: Catches invalid/non-numeric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Features: Search &amp; Class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3. Student Details Search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Route: /view_student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Lookup: Query by Roll Number.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Output: Displays all subjects, individual marks, and overall average.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Error Handling: 'Student Not Found'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4. Class Average Summary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Route: /average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Analytics: Scans all registered students.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Output Table: Displays Name, Roll Number, and Average Marks.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Benefit: Instant overview of class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Source Code Structure &amp; 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705295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Filename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Function &amp; 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Main Flask routes handling GET/POST HTTP requests &amp; rendering Jinja2 templates.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database.py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Data Access (DAO)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SQLite database connection management, table creation, and SQL queries.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student.py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Domain 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OOP Student class defining student properties, grade dictionary, and average logic.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tracker.py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Business Logic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StudentTracker manager class controlling in-memory student collections.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templates/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View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HTML templates (index, add_student, add_grades, view_student, average).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 Integrity &amp; Exception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Input Validation Rules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Grade Boundary Check: Rejects marks below 0 or above 100.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Unique Roll Number Constraint: SQLite UNIQUE column index.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Type Casting Safety: Catches non-integer inputs gracefully.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Form Field Requirements: Mandatory fields enforced in HTML.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System Reliability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Automatic DB Initialization: Creates tables on app startup.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Prepared SQL Statements: Parameterized queries prevent SQL Injection.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Empty State Handling: Handles students with zero grades cleanly.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Clean Error Messages: Friendly UI feedback banners.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PERFORMANCE TRACKER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Cloud Deployment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Render Platform Setup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Hosting Platform: Render Cloud Platform.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Deployment Files: requirements.txt &amp; Procfile.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Start Command: python app.py or gunicorn app:app.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Environment: Automated virtualenv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t>Production Readiness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Lightweight Footprint: Runs with minimal memory allocation.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Zero Maintenance: SQLite embedded storage.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Global Accessibility: Live HTTP endpoint.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Continuous Deployment: Auto-deploys on Git pushes.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000">
                <a:solidFill>
                  <a:srgbClr val="93C5FD"/>
                </a:solidFill>
              </a:defRPr>
            </a:pPr>
            <a:r>
              <a:t>Student Performance Tracker Project Presentation</a:t>
            </a:r>
          </a:p>
          <a:p>
            <a:pPr algn="ctr">
              <a:spcBef>
                <a:spcPts val="3000"/>
              </a:spcBef>
              <a:defRPr sz="1600">
                <a:solidFill>
                  <a:srgbClr val="CBD5E1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